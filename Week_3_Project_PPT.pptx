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934" y="758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/>
                </a:solidFill>
              </a:rPr>
              <a:t>Solar Energy Production Forecasting System Using Machine Learning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1F2CABF-03AE-BA42-49C9-0F0C90CFA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771" y="1192490"/>
            <a:ext cx="6698701" cy="447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solar energy management and grid planning through reliable forecasts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better decision-making for renewable energy operations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Accurately predict solar energy production based on environmental and temporal factors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dependency on traditional energy sources by improving solar utilization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sustainable energy initiatives with data-driven predictions 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52B385-CC0D-F4DA-D543-7F3BE687F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" y="1746488"/>
            <a:ext cx="702628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Environment: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Notebook/Python IDE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3.x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Pandas, NumPy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Matplotlib, Seaborn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Libraries: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Scikit-learn,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RandomizedSearchCV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TimeSeriesSplit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Scaling: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Persistence: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Pickle 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CA925-324A-FD8D-ED32-76B6CDC10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51" y="1014656"/>
            <a:ext cx="8448147" cy="5632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and loading from CSV format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 with time-series visualization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Cyclical encoding for periodic patterns (sine/cosine transformations)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including temporal features (hour, day, month, season)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 features creation (1h to 168h historical data)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Rolling window statistics for trend analysis (3h to 48h windows)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 features between radiation, sunshine, and temperature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Time-based train-test split (80-20 ratio) for model validation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 with multiple algorithms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Random Forest)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RandomizedSearchCV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Time Series Cross-Validation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learning through Voting Regressor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evaluation using R², RMSE, and MAE metrics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importance analysis for model interpretability 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1450A14-AA6B-4F16-16EE-4EAC89E5A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47" y="1903362"/>
            <a:ext cx="900118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 energy production is highly variable and dependent on weather conditions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Unpredictable energy output creates challenges for grid management and planning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accurate forecasting tools leads to inefficient energy utilization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methods fail to capture complex patterns in time-series solar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reliable predictions to optimize energy storage and distribution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balancing energy supply and demand without accurate forecasts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understanding of which factors most significantly impact solar production 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A65095C-3FD5-B6FD-7CFF-39936279F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54412"/>
            <a:ext cx="11555896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comprehensive feature engineering with 50+ features including temporal patterns, lag variables, and rolling statistics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multiple state-of-the-art algorithms: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Time Series Cross-Validation for robust model evaluation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hyperparameters through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RandomizedSearchCV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improved accuracy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Voting Ensemble combining best models with weighted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high accuracy with R² score evaluation and low error metrics (RMSE, MAE)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Generated interpretable results through feature importance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automated pipeline for data preprocessing, training, and prediction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model persistence for deployment and real-time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visualizations for performance monitoring and insights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advanced machine learning pipeline for solar production forecasting </a:t>
            </a: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530D92-5113-1CFD-AE6F-7156C9A4A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3" y="1717040"/>
            <a:ext cx="4529327" cy="2237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BB126F-03A3-0F09-B3AB-9C1F21C46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13" y="4093214"/>
            <a:ext cx="4600447" cy="17103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163088-2B43-39E9-522E-36EBC1F01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668" y="3224619"/>
            <a:ext cx="3608717" cy="3186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9F5EC7-9EFC-FDF1-68EB-D43512EA1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628" y="1254467"/>
            <a:ext cx="4306268" cy="177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AD5FBD-37C8-3CCE-5930-0D06D6A0D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" y="1188206"/>
            <a:ext cx="11065850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Voting Ensemble model demonstrated superior performance across all evaluation metrics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significantly improved model accuracy by capturing temporal and weather patterns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Radiation, sunshine duration, and temperature emerged as the most critical predictive factors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cross-validation ensured model reliability for real-world deployment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enables proactive energy management and efficient grid operations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pipeline facilitates easy integration into existing solar energy systems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interpretability through feature importance helps understand solar production dynamics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supports the transition to sustainable renewable energy sources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enhancements can include real-time weather API integration and deep learning models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the effectiveness of ML in solving renewable energy challenges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an accurate solar production prediction system using ensemble machine learning 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29</TotalTime>
  <Words>562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Atharv Gujar</cp:lastModifiedBy>
  <cp:revision>4</cp:revision>
  <dcterms:created xsi:type="dcterms:W3CDTF">2024-12-31T09:40:01Z</dcterms:created>
  <dcterms:modified xsi:type="dcterms:W3CDTF">2025-11-11T14:06:19Z</dcterms:modified>
</cp:coreProperties>
</file>